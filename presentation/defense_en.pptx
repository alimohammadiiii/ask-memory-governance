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b24eec608645d7" /><Relationship Type="http://schemas.openxmlformats.org/officeDocument/2006/relationships/extended-properties" Target="/docProps/app.xml" Id="Rdd522a6228464dba" /><Relationship Type="http://schemas.openxmlformats.org/officeDocument/2006/relationships/officeDocument" Target="/ppt/presentation.xml" Id="Rdb967cdc19a8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9ecef4cd584d6b"/>
  </p:sldMasterIdLst>
  <p:notesMasterIdLst>
    <p:notesMasterId xmlns:r="http://schemas.openxmlformats.org/officeDocument/2006/relationships" r:id="R5998e4e1269f4cf3"/>
  </p:notesMasterIdLst>
  <p:sldIdLst>
    <p:sldId xmlns:r="http://schemas.openxmlformats.org/officeDocument/2006/relationships" id="256" r:id="R6be71ca01bc240c3"/>
    <p:sldId xmlns:r="http://schemas.openxmlformats.org/officeDocument/2006/relationships" id="257" r:id="R2a5bcc1177d44b42"/>
    <p:sldId xmlns:r="http://schemas.openxmlformats.org/officeDocument/2006/relationships" id="258" r:id="R966c3968ab53443d"/>
    <p:sldId xmlns:r="http://schemas.openxmlformats.org/officeDocument/2006/relationships" id="259" r:id="R175fd2f340ef4159"/>
    <p:sldId xmlns:r="http://schemas.openxmlformats.org/officeDocument/2006/relationships" id="260" r:id="Red7d673da19f40c6"/>
    <p:sldId xmlns:r="http://schemas.openxmlformats.org/officeDocument/2006/relationships" id="261" r:id="Rd8ffca2d8a5646e8"/>
    <p:sldId xmlns:r="http://schemas.openxmlformats.org/officeDocument/2006/relationships" id="262" r:id="R7be6d736e5e04ad5"/>
    <p:sldId xmlns:r="http://schemas.openxmlformats.org/officeDocument/2006/relationships" id="263" r:id="Rfe5107614a8e4566"/>
    <p:sldId xmlns:r="http://schemas.openxmlformats.org/officeDocument/2006/relationships" id="264" r:id="Rb704c90fd0274ab7"/>
    <p:sldId xmlns:r="http://schemas.openxmlformats.org/officeDocument/2006/relationships" id="265" r:id="Rdb298019ba21474d"/>
    <p:sldId xmlns:r="http://schemas.openxmlformats.org/officeDocument/2006/relationships" id="266" r:id="Rdfbcea0686d14821"/>
    <p:sldId xmlns:r="http://schemas.openxmlformats.org/officeDocument/2006/relationships" id="267" r:id="Rda04a9c2c75c48e5"/>
    <p:sldId xmlns:r="http://schemas.openxmlformats.org/officeDocument/2006/relationships" id="268" r:id="Rff23752581044eb5"/>
    <p:sldId xmlns:r="http://schemas.openxmlformats.org/officeDocument/2006/relationships" id="269" r:id="R49edb88410324cf6"/>
    <p:sldId xmlns:r="http://schemas.openxmlformats.org/officeDocument/2006/relationships" id="270" r:id="Rbc9b78a20d874d5b"/>
    <p:sldId xmlns:r="http://schemas.openxmlformats.org/officeDocument/2006/relationships" id="271" r:id="R769235def7e04aa0"/>
    <p:sldId xmlns:r="http://schemas.openxmlformats.org/officeDocument/2006/relationships" id="272" r:id="Rf16fef99ec254c47"/>
    <p:sldId xmlns:r="http://schemas.openxmlformats.org/officeDocument/2006/relationships" id="273" r:id="R294557da44cd47a0"/>
    <p:sldId xmlns:r="http://schemas.openxmlformats.org/officeDocument/2006/relationships" id="274" r:id="R05398058f3724fa7"/>
    <p:sldId xmlns:r="http://schemas.openxmlformats.org/officeDocument/2006/relationships" id="275" r:id="R470bee3a9c8440c8"/>
    <p:sldId xmlns:r="http://schemas.openxmlformats.org/officeDocument/2006/relationships" id="276" r:id="R68c80263ea864c1f"/>
    <p:sldId xmlns:r="http://schemas.openxmlformats.org/officeDocument/2006/relationships" id="277" r:id="Rc1a714f177fe4544"/>
    <p:sldId xmlns:r="http://schemas.openxmlformats.org/officeDocument/2006/relationships" id="278" r:id="R02a97b08d5f241f0"/>
    <p:sldId xmlns:r="http://schemas.openxmlformats.org/officeDocument/2006/relationships" id="279" r:id="R467333aa494f40de"/>
    <p:sldId xmlns:r="http://schemas.openxmlformats.org/officeDocument/2006/relationships" id="280" r:id="Rce1fc3b1bf3c4cc2"/>
    <p:sldId xmlns:r="http://schemas.openxmlformats.org/officeDocument/2006/relationships" id="281" r:id="R9953bf4520704f19"/>
    <p:sldId xmlns:r="http://schemas.openxmlformats.org/officeDocument/2006/relationships" id="282" r:id="Rdaec58b89fa640fa"/>
    <p:sldId xmlns:r="http://schemas.openxmlformats.org/officeDocument/2006/relationships" id="283" r:id="R354553c1cd3d4cfd"/>
    <p:sldId xmlns:r="http://schemas.openxmlformats.org/officeDocument/2006/relationships" id="284" r:id="R24d209c2f58a4833"/>
    <p:sldId xmlns:r="http://schemas.openxmlformats.org/officeDocument/2006/relationships" id="285" r:id="Red076cb9277e4509"/>
    <p:sldId xmlns:r="http://schemas.openxmlformats.org/officeDocument/2006/relationships" id="286" r:id="R6fed6d53a4b14a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aef2876ab34d6c" /><Relationship Type="http://schemas.openxmlformats.org/officeDocument/2006/relationships/slideMaster" Target="/ppt/slideMasters/slideMaster1.xml" Id="R2e9ecef4cd584d6b" /><Relationship Type="http://schemas.openxmlformats.org/officeDocument/2006/relationships/notesMaster" Target="/ppt/notesMasters/notesMaster1.xml" Id="R5998e4e1269f4cf3" /><Relationship Type="http://schemas.openxmlformats.org/officeDocument/2006/relationships/presProps" Target="/ppt/presProps.xml" Id="R85b2bb1128994583" /><Relationship Type="http://schemas.openxmlformats.org/officeDocument/2006/relationships/tableStyles" Target="/ppt/tableStyles.xml" Id="R6bc03d885a52449f" /><Relationship Type="http://schemas.openxmlformats.org/officeDocument/2006/relationships/slide" Target="/ppt/slides/slide1.xml" Id="R6be71ca01bc240c3" /><Relationship Type="http://schemas.openxmlformats.org/officeDocument/2006/relationships/slide" Target="/ppt/slides/slide2.xml" Id="R2a5bcc1177d44b42" /><Relationship Type="http://schemas.openxmlformats.org/officeDocument/2006/relationships/slide" Target="/ppt/slides/slide3.xml" Id="R966c3968ab53443d" /><Relationship Type="http://schemas.openxmlformats.org/officeDocument/2006/relationships/slide" Target="/ppt/slides/slide4.xml" Id="R175fd2f340ef4159" /><Relationship Type="http://schemas.openxmlformats.org/officeDocument/2006/relationships/slide" Target="/ppt/slides/slide5.xml" Id="Red7d673da19f40c6" /><Relationship Type="http://schemas.openxmlformats.org/officeDocument/2006/relationships/slide" Target="/ppt/slides/slide6.xml" Id="Rd8ffca2d8a5646e8" /><Relationship Type="http://schemas.openxmlformats.org/officeDocument/2006/relationships/slide" Target="/ppt/slides/slide7.xml" Id="R7be6d736e5e04ad5" /><Relationship Type="http://schemas.openxmlformats.org/officeDocument/2006/relationships/slide" Target="/ppt/slides/slide8.xml" Id="Rfe5107614a8e4566" /><Relationship Type="http://schemas.openxmlformats.org/officeDocument/2006/relationships/slide" Target="/ppt/slides/slide9.xml" Id="Rb704c90fd0274ab7" /><Relationship Type="http://schemas.openxmlformats.org/officeDocument/2006/relationships/slide" Target="/ppt/slides/slide10.xml" Id="Rdb298019ba21474d" /><Relationship Type="http://schemas.openxmlformats.org/officeDocument/2006/relationships/slide" Target="/ppt/slides/slide11.xml" Id="Rdfbcea0686d14821" /><Relationship Type="http://schemas.openxmlformats.org/officeDocument/2006/relationships/slide" Target="/ppt/slides/slide12.xml" Id="Rda04a9c2c75c48e5" /><Relationship Type="http://schemas.openxmlformats.org/officeDocument/2006/relationships/slide" Target="/ppt/slides/slide13.xml" Id="Rff23752581044eb5" /><Relationship Type="http://schemas.openxmlformats.org/officeDocument/2006/relationships/slide" Target="/ppt/slides/slide14.xml" Id="R49edb88410324cf6" /><Relationship Type="http://schemas.openxmlformats.org/officeDocument/2006/relationships/slide" Target="/ppt/slides/slide15.xml" Id="Rbc9b78a20d874d5b" /><Relationship Type="http://schemas.openxmlformats.org/officeDocument/2006/relationships/slide" Target="/ppt/slides/slide16.xml" Id="R769235def7e04aa0" /><Relationship Type="http://schemas.openxmlformats.org/officeDocument/2006/relationships/slide" Target="/ppt/slides/slide17.xml" Id="Rf16fef99ec254c47" /><Relationship Type="http://schemas.openxmlformats.org/officeDocument/2006/relationships/slide" Target="/ppt/slides/slide18.xml" Id="R294557da44cd47a0" /><Relationship Type="http://schemas.openxmlformats.org/officeDocument/2006/relationships/slide" Target="/ppt/slides/slide19.xml" Id="R05398058f3724fa7" /><Relationship Type="http://schemas.openxmlformats.org/officeDocument/2006/relationships/slide" Target="/ppt/slides/slide20.xml" Id="R470bee3a9c8440c8" /><Relationship Type="http://schemas.openxmlformats.org/officeDocument/2006/relationships/slide" Target="/ppt/slides/slide21.xml" Id="R68c80263ea864c1f" /><Relationship Type="http://schemas.openxmlformats.org/officeDocument/2006/relationships/slide" Target="/ppt/slides/slide22.xml" Id="Rc1a714f177fe4544" /><Relationship Type="http://schemas.openxmlformats.org/officeDocument/2006/relationships/slide" Target="/ppt/slides/slide23.xml" Id="R02a97b08d5f241f0" /><Relationship Type="http://schemas.openxmlformats.org/officeDocument/2006/relationships/slide" Target="/ppt/slides/slide24.xml" Id="R467333aa494f40de" /><Relationship Type="http://schemas.openxmlformats.org/officeDocument/2006/relationships/slide" Target="/ppt/slides/slide25.xml" Id="Rce1fc3b1bf3c4cc2" /><Relationship Type="http://schemas.openxmlformats.org/officeDocument/2006/relationships/slide" Target="/ppt/slides/slide26.xml" Id="R9953bf4520704f19" /><Relationship Type="http://schemas.openxmlformats.org/officeDocument/2006/relationships/slide" Target="/ppt/slides/slide27.xml" Id="Rdaec58b89fa640fa" /><Relationship Type="http://schemas.openxmlformats.org/officeDocument/2006/relationships/slide" Target="/ppt/slides/slide28.xml" Id="R354553c1cd3d4cfd" /><Relationship Type="http://schemas.openxmlformats.org/officeDocument/2006/relationships/slide" Target="/ppt/slides/slide29.xml" Id="R24d209c2f58a4833" /><Relationship Type="http://schemas.openxmlformats.org/officeDocument/2006/relationships/slide" Target="/ppt/slides/slide30.xml" Id="Red076cb9277e4509" /><Relationship Type="http://schemas.openxmlformats.org/officeDocument/2006/relationships/slide" Target="/ppt/slides/slide31.xml" Id="R6fed6d53a4b14a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7224483d9b47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401dae3135414e" /><Relationship Type="http://schemas.openxmlformats.org/officeDocument/2006/relationships/notesMaster" Target="/ppt/notesMasters/notesMaster1.xml" Id="R45928f7a680647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c59ebe4a1d49cc" /><Relationship Type="http://schemas.openxmlformats.org/officeDocument/2006/relationships/notesMaster" Target="/ppt/notesMasters/notesMaster1.xml" Id="Rc746eb2898814f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864c371f154b34" /><Relationship Type="http://schemas.openxmlformats.org/officeDocument/2006/relationships/notesMaster" Target="/ppt/notesMasters/notesMaster1.xml" Id="Rcfe75aa74456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c5e983bd574a93" /><Relationship Type="http://schemas.openxmlformats.org/officeDocument/2006/relationships/notesMaster" Target="/ppt/notesMasters/notesMaster1.xml" Id="Red87c5e7063f4f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e44a9cba3f47a3" /><Relationship Type="http://schemas.openxmlformats.org/officeDocument/2006/relationships/notesMaster" Target="/ppt/notesMasters/notesMaster1.xml" Id="Rfcb4fd3646524d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f2b007bde44c8" /><Relationship Type="http://schemas.openxmlformats.org/officeDocument/2006/relationships/notesMaster" Target="/ppt/notesMasters/notesMaster1.xml" Id="Ra65e7486189047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2941be3a444cf7" /><Relationship Type="http://schemas.openxmlformats.org/officeDocument/2006/relationships/notesMaster" Target="/ppt/notesMasters/notesMaster1.xml" Id="R5606087371f64e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18bb33a5be46db" /><Relationship Type="http://schemas.openxmlformats.org/officeDocument/2006/relationships/notesMaster" Target="/ppt/notesMasters/notesMaster1.xml" Id="R1ca439953d8340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efb16b40344526" /><Relationship Type="http://schemas.openxmlformats.org/officeDocument/2006/relationships/notesMaster" Target="/ppt/notesMasters/notesMaster1.xml" Id="R2d6f9729f5684b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8606d77f5b4a8a" /><Relationship Type="http://schemas.openxmlformats.org/officeDocument/2006/relationships/notesMaster" Target="/ppt/notesMasters/notesMaster1.xml" Id="R1eecc9922a1044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dff435b8ba4e54" /><Relationship Type="http://schemas.openxmlformats.org/officeDocument/2006/relationships/notesMaster" Target="/ppt/notesMasters/notesMaster1.xml" Id="R4c8665d3758f44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ecd57bb4b94e8b" /><Relationship Type="http://schemas.openxmlformats.org/officeDocument/2006/relationships/notesMaster" Target="/ppt/notesMasters/notesMaster1.xml" Id="Re1121b42766341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86cbd9c29f4146" /><Relationship Type="http://schemas.openxmlformats.org/officeDocument/2006/relationships/notesMaster" Target="/ppt/notesMasters/notesMaster1.xml" Id="R15e40586539d4b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21b08b7e2a4b93" /><Relationship Type="http://schemas.openxmlformats.org/officeDocument/2006/relationships/notesMaster" Target="/ppt/notesMasters/notesMaster1.xml" Id="R275d72b9619344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fa7ce50a124b40" /><Relationship Type="http://schemas.openxmlformats.org/officeDocument/2006/relationships/notesMaster" Target="/ppt/notesMasters/notesMaster1.xml" Id="Rab30079718124c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845a0c7f694270" /><Relationship Type="http://schemas.openxmlformats.org/officeDocument/2006/relationships/notesMaster" Target="/ppt/notesMasters/notesMaster1.xml" Id="Ra639656dd22a41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60e55a91bf4d94" /><Relationship Type="http://schemas.openxmlformats.org/officeDocument/2006/relationships/notesMaster" Target="/ppt/notesMasters/notesMaster1.xml" Id="R7305dd58f1f145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35aadf9f574514" /><Relationship Type="http://schemas.openxmlformats.org/officeDocument/2006/relationships/notesMaster" Target="/ppt/notesMasters/notesMaster1.xml" Id="R27091626c9834d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033cf7286784ed7" /><Relationship Type="http://schemas.openxmlformats.org/officeDocument/2006/relationships/notesMaster" Target="/ppt/notesMasters/notesMaster1.xml" Id="R34b33bc2befc4a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7a80b849064a2b" /><Relationship Type="http://schemas.openxmlformats.org/officeDocument/2006/relationships/notesMaster" Target="/ppt/notesMasters/notesMaster1.xml" Id="Rb73e9fef062049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21f49eb95341d8" /><Relationship Type="http://schemas.openxmlformats.org/officeDocument/2006/relationships/notesMaster" Target="/ppt/notesMasters/notesMaster1.xml" Id="R3e621faeffa84f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d2e6dc3b2e4dce" /><Relationship Type="http://schemas.openxmlformats.org/officeDocument/2006/relationships/notesMaster" Target="/ppt/notesMasters/notesMaster1.xml" Id="R1296c24aca6940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1e0de138ae4f59" /><Relationship Type="http://schemas.openxmlformats.org/officeDocument/2006/relationships/notesMaster" Target="/ppt/notesMasters/notesMaster1.xml" Id="Rdc3e2fe61c6d45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f0b47cfde14ee3" /><Relationship Type="http://schemas.openxmlformats.org/officeDocument/2006/relationships/notesMaster" Target="/ppt/notesMasters/notesMaster1.xml" Id="Rd03542dada284c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6ac39e8303c460e" /><Relationship Type="http://schemas.openxmlformats.org/officeDocument/2006/relationships/notesMaster" Target="/ppt/notesMasters/notesMaster1.xml" Id="R5d4e5f691b9748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e216fef592487a" /><Relationship Type="http://schemas.openxmlformats.org/officeDocument/2006/relationships/notesMaster" Target="/ppt/notesMasters/notesMaster1.xml" Id="Rbeeebf403347401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c8fadf3c2b4f5e" /><Relationship Type="http://schemas.openxmlformats.org/officeDocument/2006/relationships/notesMaster" Target="/ppt/notesMasters/notesMaster1.xml" Id="Rd57bf81ae87e4b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14d9d9a9c343a0" /><Relationship Type="http://schemas.openxmlformats.org/officeDocument/2006/relationships/notesMaster" Target="/ppt/notesMasters/notesMaster1.xml" Id="Rd17845b5f5f4496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59ff10a52aa427b" /><Relationship Type="http://schemas.openxmlformats.org/officeDocument/2006/relationships/notesMaster" Target="/ppt/notesMasters/notesMaster1.xml" Id="Rfc1725e2f3214af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9aefe7992d497b" /><Relationship Type="http://schemas.openxmlformats.org/officeDocument/2006/relationships/notesMaster" Target="/ppt/notesMasters/notesMaster1.xml" Id="Ra5b0501edf2f402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188815a0fe41b5" /><Relationship Type="http://schemas.openxmlformats.org/officeDocument/2006/relationships/notesMaster" Target="/ppt/notesMasters/notesMaster1.xml" Id="R53894d3d56c8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question: can a memory system decide whether a new claim should be committed, replace an older claim, or be refused? Preview that the thesis evaluates this decision directly, not only downstream answer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memory as an epistemic state. The key risk appears before retrieval: a bad write can remain active and influence many future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two abstractions. This thesis does not argue retrieval is unnecessary; it argues retrieval begins after a governance decision has already shaped the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narrow gap. Avoid primacy claims: related systems contain update actions, versioning, and abstention-like ideas. The contribution is the operationalized combination and layered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each action precisely. Stress that ABSTAIN is a no-mutation safety action, not an answer-level refusal, and that SUPERSEDE preserves the old record for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Extraction and relation classification can be model-assisted; the action vocabulary, no-mutation behavior, lineage update, and active-only retrieval remain deterministic invariants.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ordered rule. Abstention is evaluated first. Supersession also requires contradiction pressure, so a high score alone cannot deactivate a prior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lineage as a state invariant, not a decorative log. Normal retrieval excludes inactive records, while explicitly historical questions can still inspect the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MGP-6 correctly: it is a controlled diagnostic, not a community benchmark or population sample. Its role is causal localization of write-policy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methodological core. Separating layers prevents a downstream answer score from hiding unsafe writes or a decision score from hiding broken lineage.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completed full-corpus results. The safest inferential contrast is structured rule governance versus the unstructured zero-shot decision baseline. Do not claim the rule policy beats the LLM policy statistically.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the error direction. The controller sometimes fails to update under weak evidence, but it does not commit a false write on any gold-ABSTAIN item in this diagnostic.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justify each component. The no-lineage row is especially important: action labels stay unchanged while the stored-state audit property collapses.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adapter comparisons need two mappings. These values describe behavior under the harness interface, not the systems’ full native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about annotation. There is one independent annotator, not a multi-human panel. The four-model agreement study is a model audit and must never be described as human inter-annotator agreement.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this as a negative-result slide. The decisive top-up found 13 regressions among 84 previously successful items. Even the most favorable bound cannot reach 77.2 percent.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no SSP failure was traced to the governance decision policy. The dominant mechanisms are retrieval ranking and answer realization, which demonstrates why layered evaluation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each observed failure to a distinct layer. This is stronger than a single aggregate score because it tells us what intervention would actually address the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rush this slide. The thesis makes a narrow supported claim and preserves null and negative findings. These limitations define the next experiments rather than invalidating the controlled diagnostic.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answering the research question: an interpretable governed write path can make memory revision explicit and measurable, but the evidence supports a controlled diagnostic claim, not a final downstream superiority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backup if asked for notation or metric definitions. Clarify that premise resistance and invalid-commit rate are project-defined diagnostic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when a committee member asks whether baselines are capability-matched. They are reference mechanisms designed to isolate memory policies, not broad system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exact paired two-sided McNemar tests, Holm correction across the prespecified family, and paired risk differences. No LongMemEval hypothesis test is valid for the incomplete heterogeneous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disagreement sits on the same SUPERSEDE/ABSTAIN boundary as the controller’s conservative errors. It is retained with an explicit blinded-adjudication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leakage concerns. The largest researcher degree of freedom was the LongMemEval failure-replay construction; the audit explicitly rejects it and preserves the contradiction from the complementary top-up.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selection bias visually. Replaying only failures and retaining all old successes can inflate the merged score. The top-up directly tests that assumption and finds regressions.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table if asked for exact adapter values. Repeat that both mappings are disclosed and MemOS is not included as a final-candidate capability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allowed novelty claim: operationalization and controlled layered evaluation of this combination. Do not claim invention of update actions, abstention, lineage, provenance, or memory governance.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governance here is epistemic, not a legal-compliance guarantee. Deployment requires organizational access control and privacy policy beyond this research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six-shot row is coverage-aware: six missing predictions are aligned as INVALID. It remains incomplete and is excluded from completed-run inferential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repository structure if implementation questions arise: src/ask contains the library; scripts contain frozen runners and verification; benchmarks contain the redistributable MGP-6 diagnostic; artifacts and reports contain ledgers and audit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470c12f0843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acceba45bf4e99" /><Relationship Type="http://schemas.openxmlformats.org/officeDocument/2006/relationships/slideLayout" Target="/ppt/slideLayouts/slideLayout1.xml" Id="R82906bba06c0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06bba06c0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5e386cb054c0c" /><Relationship Type="http://schemas.openxmlformats.org/officeDocument/2006/relationships/notesSlide" Target="/ppt/notesSlides/notesSlide1.xml" Id="R2ece458e7c9c44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4215adc0d4126" /><Relationship Type="http://schemas.openxmlformats.org/officeDocument/2006/relationships/notesSlide" Target="/ppt/notesSlides/notesSlide2.xml" Id="R6fa72b46e9824c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7b99efa6a4dd7" /><Relationship Type="http://schemas.openxmlformats.org/officeDocument/2006/relationships/notesSlide" Target="/ppt/notesSlides/notesSlide3.xml" Id="R2c426d982ca3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af8e8ea264ee1" /><Relationship Type="http://schemas.openxmlformats.org/officeDocument/2006/relationships/notesSlide" Target="/ppt/notesSlides/notesSlide4.xml" Id="Rc158c424e90843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c9d19eb924183" /><Relationship Type="http://schemas.openxmlformats.org/officeDocument/2006/relationships/notesSlide" Target="/ppt/notesSlides/notesSlide5.xml" Id="R07e499aa46c040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8d6df81df4e9e" /><Relationship Type="http://schemas.openxmlformats.org/officeDocument/2006/relationships/notesSlide" Target="/ppt/notesSlides/notesSlide6.xml" Id="Rf976179e62884f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f49a3aebe47f0" /><Relationship Type="http://schemas.openxmlformats.org/officeDocument/2006/relationships/notesSlide" Target="/ppt/notesSlides/notesSlide7.xml" Id="R2729cbef51594c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d63a8eee54b55" /><Relationship Type="http://schemas.openxmlformats.org/officeDocument/2006/relationships/notesSlide" Target="/ppt/notesSlides/notesSlide8.xml" Id="Rc0f6f4de822540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4eb6f5ff4ea0" /><Relationship Type="http://schemas.openxmlformats.org/officeDocument/2006/relationships/notesSlide" Target="/ppt/notesSlides/notesSlide9.xml" Id="R443aa5cf0ee24f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dd484f38f4822" /><Relationship Type="http://schemas.openxmlformats.org/officeDocument/2006/relationships/notesSlide" Target="/ppt/notesSlides/notesSlide10.xml" Id="R0433fc9da0f74f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bd1c2666a4146" /><Relationship Type="http://schemas.openxmlformats.org/officeDocument/2006/relationships/chart" Target="/ppt/slides/charts/chart1.xml" Id="Rc7d1d762913a4dc2" /><Relationship Type="http://schemas.openxmlformats.org/officeDocument/2006/relationships/notesSlide" Target="/ppt/notesSlides/notesSlide11.xml" Id="Rf061bd6d5bf347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632853aa1456b" /><Relationship Type="http://schemas.openxmlformats.org/officeDocument/2006/relationships/notesSlide" Target="/ppt/notesSlides/notesSlide12.xml" Id="Re5d0a02346e94b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9fc88d5ee4c8f" /><Relationship Type="http://schemas.openxmlformats.org/officeDocument/2006/relationships/notesSlide" Target="/ppt/notesSlides/notesSlide13.xml" Id="Rd182b6c111564f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e0eba38774071" /><Relationship Type="http://schemas.openxmlformats.org/officeDocument/2006/relationships/chart" Target="/ppt/slides/charts/chart2.xml" Id="R34deb4ea7e7a4e5d" /><Relationship Type="http://schemas.openxmlformats.org/officeDocument/2006/relationships/notesSlide" Target="/ppt/notesSlides/notesSlide14.xml" Id="R1ee0efff35eb43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af8bad31b4397" /><Relationship Type="http://schemas.openxmlformats.org/officeDocument/2006/relationships/notesSlide" Target="/ppt/notesSlides/notesSlide15.xml" Id="R8b25fb77cdb042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61485aaa04b17" /><Relationship Type="http://schemas.openxmlformats.org/officeDocument/2006/relationships/notesSlide" Target="/ppt/notesSlides/notesSlide16.xml" Id="Reedc1e51fc7148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5ef84573e4da2" /><Relationship Type="http://schemas.openxmlformats.org/officeDocument/2006/relationships/notesSlide" Target="/ppt/notesSlides/notesSlide17.xml" Id="R7be11079e9d646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9ad89e409467c" /><Relationship Type="http://schemas.openxmlformats.org/officeDocument/2006/relationships/notesSlide" Target="/ppt/notesSlides/notesSlide18.xml" Id="R48ef1bedca1446b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1d782f87c4bb2" /><Relationship Type="http://schemas.openxmlformats.org/officeDocument/2006/relationships/notesSlide" Target="/ppt/notesSlides/notesSlide19.xml" Id="Rdd0645aacc464c5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8757ee6ab4e9e" /><Relationship Type="http://schemas.openxmlformats.org/officeDocument/2006/relationships/notesSlide" Target="/ppt/notesSlides/notesSlide20.xml" Id="R3778f7952b1d49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07ebaf5624929" /><Relationship Type="http://schemas.openxmlformats.org/officeDocument/2006/relationships/notesSlide" Target="/ppt/notesSlides/notesSlide21.xml" Id="Rb71e45043594454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b4baa23424416" /><Relationship Type="http://schemas.openxmlformats.org/officeDocument/2006/relationships/notesSlide" Target="/ppt/notesSlides/notesSlide22.xml" Id="R1c0eb7fd73044f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0407a869746bc" /><Relationship Type="http://schemas.openxmlformats.org/officeDocument/2006/relationships/notesSlide" Target="/ppt/notesSlides/notesSlide23.xml" Id="R2114db3b49604a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1b01126c94845" /><Relationship Type="http://schemas.openxmlformats.org/officeDocument/2006/relationships/notesSlide" Target="/ppt/notesSlides/notesSlide24.xml" Id="R0ea6a1ca7f7f44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7146bfb8346ca" /><Relationship Type="http://schemas.openxmlformats.org/officeDocument/2006/relationships/notesSlide" Target="/ppt/notesSlides/notesSlide25.xml" Id="R19581cedce544b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db6be8b244916" /><Relationship Type="http://schemas.openxmlformats.org/officeDocument/2006/relationships/notesSlide" Target="/ppt/notesSlides/notesSlide26.xml" Id="Ra62ba04eb34741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7931f698e49a9" /><Relationship Type="http://schemas.openxmlformats.org/officeDocument/2006/relationships/notesSlide" Target="/ppt/notesSlides/notesSlide27.xml" Id="R7c7907fbde3146f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63957928d460b" /><Relationship Type="http://schemas.openxmlformats.org/officeDocument/2006/relationships/notesSlide" Target="/ppt/notesSlides/notesSlide28.xml" Id="R015d3acf8dbd4d2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b01de1dac428b" /><Relationship Type="http://schemas.openxmlformats.org/officeDocument/2006/relationships/notesSlide" Target="/ppt/notesSlides/notesSlide29.xml" Id="Rb03cce0e9fcd48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108e8e33a4771" /><Relationship Type="http://schemas.openxmlformats.org/officeDocument/2006/relationships/notesSlide" Target="/ppt/notesSlides/notesSlide30.xml" Id="R286a84eff1ae4b7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d482a800946cf" /><Relationship Type="http://schemas.openxmlformats.org/officeDocument/2006/relationships/notesSlide" Target="/ppt/notesSlides/notesSlide31.xml" Id="R880c87a8adb94cd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Action accuracy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7"/>
              <c:pt idx="0">
                <c:v>B2 flat</c:v>
              </c:pt>
              <c:pt idx="1">
                <c:v>B1 none</c:v>
              </c:pt>
              <c:pt idx="2">
                <c:v>B3 recency</c:v>
              </c:pt>
              <c:pt idx="3">
                <c:v>B4 overwrite</c:v>
              </c:pt>
              <c:pt idx="4">
                <c:v>Zero-shot</c:v>
              </c:pt>
              <c:pt idx="5">
                <c:v>LLM ASK</c:v>
              </c:pt>
              <c:pt idx="6">
                <c:v>Rule ASK</c:v>
              </c:pt>
            </c:strLit>
          </c:cat>
          <c:val>
            <c:numLit>
              <c:formatCode>General</c:formatCode>
              <c:ptCount val="7"/>
              <c:pt idx="0">
                <c:v>0.1333</c:v>
              </c:pt>
              <c:pt idx="1">
                <c:v>0.3667</c:v>
              </c:pt>
              <c:pt idx="2">
                <c:v>0.4222</c:v>
              </c:pt>
              <c:pt idx="3">
                <c:v>0.4222</c:v>
              </c:pt>
              <c:pt idx="4">
                <c:v>0.7</c:v>
              </c:pt>
              <c:pt idx="5">
                <c:v>0.8889</c:v>
              </c:pt>
              <c:pt idx="6">
                <c:v>0.9222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36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NOOP→ABSTAIN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Graph</c:v>
              </c:pt>
              <c:pt idx="1">
                <c:v>Mem0</c:v>
              </c:pt>
              <c:pt idx="2">
                <c:v>Letta</c:v>
              </c:pt>
            </c:strLit>
          </c:cat>
          <c:val>
            <c:numLit>
              <c:formatCode>General</c:formatCode>
              <c:ptCount val="3"/>
              <c:pt idx="0">
                <c:v>0.383</c:v>
              </c:pt>
              <c:pt idx="1">
                <c:v>0.622</c:v>
              </c:pt>
              <c:pt idx="2">
                <c:v>0.678</c:v>
              </c:pt>
            </c:numLit>
          </c:val>
        </c:ser>
        <c:ser>
          <c:idx val="1"/>
          <c:order val="1"/>
          <c:tx>
            <c:v>NOOP→KEEP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Graph</c:v>
              </c:pt>
              <c:pt idx="1">
                <c:v>Mem0</c:v>
              </c:pt>
              <c:pt idx="2">
                <c:v>Letta</c:v>
              </c:pt>
            </c:strLit>
          </c:cat>
          <c:val>
            <c:numLit>
              <c:formatCode>General</c:formatCode>
              <c:ptCount val="3"/>
              <c:pt idx="0">
                <c:v>0.139</c:v>
              </c:pt>
              <c:pt idx="1">
                <c:v>0.4</c:v>
              </c:pt>
              <c:pt idx="2">
                <c:v>0.489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36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5F636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2567F-59AB-43B2-A7EE-4322FA0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MASTER’S THESIS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4C4EF-0885-4887-83DB-091169D8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201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Governing Long-Term Memory Before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E42D1-573C-4655-9DBE-6B10EC2A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· SUPERSEDE · ABSTAIN over typed, provenance-tracked, lineage-preserving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32C79-80C1-477F-B704-DD9BF84F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Ali Mohammadi · ASK Memory Governance · 2026</a:t>
            </a:r>
          </a:p>
        </p:txBody>
      </p:sp>
    </p:spTree>
    <p:extLst>
      <p:ext uri="{BB962C8B-B14F-4D97-AF65-F5344CB8AC3E}">
        <p14:creationId xmlns:p14="http://schemas.microsoft.com/office/powerpoint/2010/main" val="525053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63C8E-45BD-45A5-9B24-AD8536E2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E9790-B6CA-4024-ADC5-40A7486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73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Long-term memory is a mutable state, not a document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F7085-2264-4D35-8C32-7DEBFE8C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B039D-357C-4A05-906A-62812B5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11201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write changes what the agent will later treat as true.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172D8-3DA8-4434-B488-23864D1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5715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18B9B-BD11-495F-ACBB-DE878B23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18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51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retrieval score cannot decide whether evidence is compatible, superseding, or too ambiguous to commit.</a:t>
            </a:r>
          </a:p>
        </p:txBody>
      </p:sp>
    </p:spTree>
    <p:extLst>
      <p:ext uri="{BB962C8B-B14F-4D97-AF65-F5344CB8AC3E}">
        <p14:creationId xmlns:p14="http://schemas.microsoft.com/office/powerpoint/2010/main" val="1851466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C4310-3AA2-41F6-B7F4-97D3E124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1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Retrieval-only pipelines leave the write decision implicit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16F80-3A99-4442-A596-E6F017F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76078-FF74-4D2C-8BB0-D8FFA894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54673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98302-B6A7-40B8-A48D-CA3BDAE9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Retrieval-centric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3D739-3A07-4268-A5CE-87AE5AF9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933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 → rank →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B32CB-F2E3-431E-8025-670EE552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4933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Optimizes whether a relevant item is found. Conflict handling, uncertainty, and history are side effects.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FCE11-C3F4-445C-9D16-B0D496FB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54673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63C08-B467-435E-9147-C3797E54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90725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Governed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0DE71-3CFC-494B-9F68-4945B9BA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4933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inspect → decide →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996F0-BB49-45D2-BABC-D46F393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49339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Makes the write action explicit, preserves superseded history, and audits why state changed.</a:t>
            </a:r>
          </a:p>
        </p:txBody>
      </p:sp>
    </p:spTree>
    <p:extLst>
      <p:ext uri="{BB962C8B-B14F-4D97-AF65-F5344CB8AC3E}">
        <p14:creationId xmlns:p14="http://schemas.microsoft.com/office/powerpoint/2010/main" val="811720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41AF47-8E4E-4DB0-ABBC-78F21CB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research gap is a missing, measurable write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C666-743D-46C6-B097-8E10D01F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7DB4F-E458-424A-AF52-55B8B3B5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6B474-13CC-454E-89A7-F29B924C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Most systems expose ADD/UPDATE/NOOP but do not score whether the operation was correct under conflict.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4ABA6-30CE-422A-86AB-1094664A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C3F27-C2CA-4382-9D5C-C83D08C2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NOOP often means ‘nothing new,’ not ‘evidence is unsafe to commit.’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6BC63-E386-497C-91C1-DEDC8C98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38C68-0BB6-41AD-A6D4-D94F0510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Overwrite can hide the losing claim; append-only memory can leave contradictions simultaneously active.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A987E-283F-43F9-AAC8-BEB3D84C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9D41A-894F-4441-87F4-6B7EDD1C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Answer accuracy cannot localize whether failure came from a write, state transition, retrieval, or generation.</a:t>
            </a:r>
          </a:p>
        </p:txBody>
      </p:sp>
    </p:spTree>
    <p:extLst>
      <p:ext uri="{BB962C8B-B14F-4D97-AF65-F5344CB8AC3E}">
        <p14:creationId xmlns:p14="http://schemas.microsoft.com/office/powerpoint/2010/main" val="1038650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42D90-0A2A-4979-88F7-ACA6D74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7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policy fixes three write actions and their state semantics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7EDF6-1A0D-4047-95A3-9082571D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2BE07-6693-4AE6-8DA6-93AD7A2D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action vocabulary is fixed by code; the model may propose, but cannot invent a fourth transition.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E8040-B8EC-4540-815A-05B7D3FC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48DEB-D6D5-423C-B6A4-0DB72E5C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00F69-8296-4665-B073-7041DA62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0289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Insert a compatible claim as active. Existing non-conflicting records remain active.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5697C-54D3-4B04-99F0-B5B16268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65BE2-5F4B-4FC1-85BF-B2BB696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71750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SUPERSEDE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939EA-B77F-4DBD-B82F-5BBB268A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33750"/>
            <a:ext cx="30289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Insert the new claim, deactivate the conflicting prior, and record a lineage link.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39173-2D3C-4DD4-9953-818B8DF9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3305B-1A34-4972-B38C-DAC48EDD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ABSTAIN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FF948-EEE1-4A1C-85CF-92622B4D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30289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mutate memory. Record the conflict or ambiguity for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8F2AC-CCCA-4D60-8354-B251D689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thesis §3–4; src/ask/memory/operations.py</a:t>
            </a:r>
          </a:p>
        </p:txBody>
      </p:sp>
    </p:spTree>
    <p:extLst>
      <p:ext uri="{BB962C8B-B14F-4D97-AF65-F5344CB8AC3E}">
        <p14:creationId xmlns:p14="http://schemas.microsoft.com/office/powerpoint/2010/main" val="1206342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D2936-B98F-4B46-81CD-7994361D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ASK places model proposals inside a deterministic governance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A3585-3D18-4CFC-9565-AA0ABA6E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70B44-ED79-40DE-ABFD-05A16BAB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8CE68-6396-4717-A4B2-8202B504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314EE-6AE7-4D1C-9680-8A9ED39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ECEAE-D589-4CEA-A599-1758E0C2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650B5-8F11-48DA-A6CD-B5AD257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9906E-C2D6-4144-A2D0-69E5A37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ABFBA-5259-43F3-853C-22EE3E54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E21A3-C121-4906-9B83-9A6B1838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Resolve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D4FE2-2040-4583-A3CD-0704ACE9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91A99-F784-4739-8E9C-09F5CDB9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5911-DD4B-4F1C-B8E6-08A2F679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CC24B-607F-4E10-970F-94EB327F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BC473-F797-4B62-96FC-E462691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2F8DD-87BD-4C61-90BE-9565AEAC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transition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373AF-226F-4306-A396-90E3C27D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4F093-5015-4CB1-8A74-7E33B34B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930AC-2C4D-42CA-AD3D-0F2B1182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Retrieve / 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C0E48-B42D-452B-8056-4590967E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8BE74-05A3-4E04-8210-7BF22D78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681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Typed evidence + relation signals → fixed policy → atomic, auditable memory transition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F137D-491B-4BC0-9DD2-278503C3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src/ask/pipeline/orchestrator.py; docs/figures/figure_07_ask_controller_architecture.svg</a:t>
            </a:r>
          </a:p>
        </p:txBody>
      </p:sp>
    </p:spTree>
    <p:extLst>
      <p:ext uri="{BB962C8B-B14F-4D97-AF65-F5344CB8AC3E}">
        <p14:creationId xmlns:p14="http://schemas.microsoft.com/office/powerpoint/2010/main" val="1917116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66D9D-A991-46DB-83E9-9DDCB1A5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interpretable controller uses two scores and an ordered decision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353CA-FA1E-461B-BFA4-9CC2410C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DF819-CE57-4E78-9A04-286F232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7239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8D934-6D1D-4EC8-8F27-3F5EE986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666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if S_abs &gt; θ_abs(τ):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  ABSTAIN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elif S_sup &gt; θ_sup(τ) and max(0, −r) &gt; 0: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  SUPERSEDE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else: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  KEEP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84E75-2407-4961-BC9B-F5BE1B3A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00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AA09F-90DC-4E08-AC63-EEE6BCFD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Five legible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7856C-8334-404F-A464-421838D3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Relation evidence, type compatibility, provenance, confidence, conflict signals.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4B082-0B9B-496A-AE1A-0767821A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600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4E0DB-FE32-49EF-8F4F-011BE0AA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Explainable branch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E5C88-BA72-4DBE-A403-7F24512D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action logs scores, active thresholds, and the branch taken.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DDA61-9E8D-4A90-9A51-64402587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src/ask/controller/policy.py and scoring.py</a:t>
            </a:r>
          </a:p>
        </p:txBody>
      </p:sp>
    </p:spTree>
    <p:extLst>
      <p:ext uri="{BB962C8B-B14F-4D97-AF65-F5344CB8AC3E}">
        <p14:creationId xmlns:p14="http://schemas.microsoft.com/office/powerpoint/2010/main" val="104456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3D53F-69E5-4BE4-90B5-845AF732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Lineage makes revision reversible and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A543A-D2B8-4C6E-ADD5-EE134B5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DDC07-DBD5-4F66-AF52-D0FA807F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639EA-2FFC-4B27-9144-42F81540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DBDDC-55E5-44EE-BECA-51F016D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2666E-0C3E-49D3-8331-E2D05DA1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 active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2B357-D399-4193-BB85-67F91F1A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current claim is retrievable as present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5036C-BD55-4E46-AAFB-84EDBC20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12488-4B64-45D2-A6FA-40C4155D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28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77612-20EA-4F97-86C0-4FF99FFE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conflicting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68781-B2FC-4D27-8887-D91FA71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Policy selects SUPERSEDE only with an identified prior.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EBD33-988B-4FAF-BA39-EC17B302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E909A-271A-40CC-BE9A-D517CFE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28FAD-1AD5-42D3-93E2-45CFD3A4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Linked transition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589FE-5A90-4377-B3AF-039D39BD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record is active; old record is inactive but remains queryable.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2F734-1F94-49D9-9717-C923D1F8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src/ask/memory/operations.py; lineage-integrity metric</a:t>
            </a:r>
          </a:p>
        </p:txBody>
      </p:sp>
    </p:spTree>
    <p:extLst>
      <p:ext uri="{BB962C8B-B14F-4D97-AF65-F5344CB8AC3E}">
        <p14:creationId xmlns:p14="http://schemas.microsoft.com/office/powerpoint/2010/main" val="1837203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75562-7019-43FC-B6AD-F5A9D3DB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7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MGP-6 isolates the write decision across six conflict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7D3D-D94E-459D-8BC9-12E3B715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C9F46-260D-4392-B9DF-992834C6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Author-designed synthetic diagnostic; 60 train, 30 development, 90 held-out test items.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9893F-B866-4D5D-8A83-A606B8FE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51864-4246-45F3-8319-2A1B57DB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0CE5D-29A5-4A1E-BFA0-1314C2A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scenarios with stable IDs and gold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C76A6-177B-4AB9-9029-FE10EAE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2E1F8-2478-42E1-85A9-27EFE586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CDC-E126-482A-B1B3-630E72EF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scenario types spanning update, conflict, and ambiguity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5492F-D5BC-426E-B972-9F9B254C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363B0-2313-42A4-9598-D1D5BC57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90/66/24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EFBC0-8992-4526-A795-9DAC283F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SUPERSEDE / ABSTAIN / KEEP gold distribution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163DD-B77B-4920-92BD-FB18AB3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MGP-6 v2 canonical reports; n=180 unless stated</a:t>
            </a:r>
          </a:p>
        </p:txBody>
      </p:sp>
    </p:spTree>
    <p:extLst>
      <p:ext uri="{BB962C8B-B14F-4D97-AF65-F5344CB8AC3E}">
        <p14:creationId xmlns:p14="http://schemas.microsoft.com/office/powerpoint/2010/main" val="83054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B2479-6CD8-47C7-9CBA-99E55552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34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protocol separates result status and evaluation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D9B93-E417-49CE-AB82-1919280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DED3B-4BDB-4FDA-BDC0-23417C9F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65BC9-1009-486B-A82F-FAE6BAF6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Action accuracy, macro-F1, per-action confusion, invalid commits.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BEDD4-9C25-4077-A026-D3E6F089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Stored-state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3378F-B39F-48A9-8EE1-268A86A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Lineage integrity, stale retrieval, and transition invariants.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CB67D-B5EF-4B6E-863F-E8384A11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Answer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F32DD-4287-4AF6-BAC0-F72A8EF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Premise resistance, implicit application, and downstream QA.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59A1C-33C0-42B4-AAD7-5D1D10F9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Claim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6DD4A-9EB8-47A0-9B2C-C0797E6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Only complete, provenance-valid rows become final_candidate; diagnostics remain labeled.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8C9D6-708C-4757-8A86-93EB4B9E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FINAL_EVALUATION_PROTOCOL.md; results ledger v1.1</a:t>
            </a:r>
          </a:p>
        </p:txBody>
      </p:sp>
    </p:spTree>
    <p:extLst>
      <p:ext uri="{BB962C8B-B14F-4D97-AF65-F5344CB8AC3E}">
        <p14:creationId xmlns:p14="http://schemas.microsoft.com/office/powerpoint/2010/main" val="5205754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01156-7B36-43D4-B19E-A5D6FF4B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Structured governance reaches the strongest MGP-6 decision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00B25-AFF9-4BF7-8FDE-B1A3414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700087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d1d762913a4dc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49B94-486F-44AE-A036-C0B5DE64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00200"/>
            <a:ext cx="383857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BC7B5-6686-486C-9097-DC647157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62150"/>
            <a:ext cx="3267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+18.9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4ECE9-66AE-42CC-9ECB-D119F28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32670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 ASK vs unstructured zero-shot decision baseline. Holm-adjusted p = 1.6×10⁻⁵.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rule and LLM controllers are not significantly different on action accuracy (p = 0.286).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9453D-C2F8-489D-8D96-0C6170BE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MGP-6 v2 canonical reports; n=180 unless stated; Source: reports/STATISTICAL_ANALYSIS.md; paired n=180</a:t>
            </a:r>
          </a:p>
        </p:txBody>
      </p:sp>
    </p:spTree>
    <p:extLst>
      <p:ext uri="{BB962C8B-B14F-4D97-AF65-F5344CB8AC3E}">
        <p14:creationId xmlns:p14="http://schemas.microsoft.com/office/powerpoint/2010/main" val="18570925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25B394-66EE-44C1-BC67-B627C0E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rule controller’s remaining errors are conservative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5F207-DC9D-45EC-8E73-D2875B77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D3B70-8101-417B-8F0A-B442333A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Full-corpus confusion: KEEP 24/24; ABSTAIN 66/66; SUPERSEDE 76/90.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16EB4-3365-4AB0-886B-1D16D13D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1ED97-A031-45FB-B5AF-B6A9967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0.9222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70778-95E3-45AB-A81E-117849C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accuracy; macro-F1 0.9399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8EDEA-D022-4F4A-A510-5E984297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B797D-4B76-44F2-8794-E017D97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EA01A-5EB0-4EE3-B56B-8B61FA97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invalid-commit rate on gold-ABSTAIN 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08E12-12CF-4273-B041-1DB5627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5AF92-FD0C-473B-8FAC-46C90CA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37DBD-C39D-487D-B828-94FEE0E2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misses are SUPERSEDE → ABSTAIN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74BDF-CBE9-4006-85F4-4C8767C6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MGP-6 v2 canonical reports; n=180 unless stated</a:t>
            </a:r>
          </a:p>
        </p:txBody>
      </p:sp>
    </p:spTree>
    <p:extLst>
      <p:ext uri="{BB962C8B-B14F-4D97-AF65-F5344CB8AC3E}">
        <p14:creationId xmlns:p14="http://schemas.microsoft.com/office/powerpoint/2010/main" val="5721972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9333E-8E8D-4BDC-A471-D08363BE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80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Ablations attach a distinct failure signature to each component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49F7-8371-46FE-9D27-9D329AC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6A5D8-76E3-4E55-B0B5-5468F6F5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Action accuracy alone misses lineage degradation; safety metrics expose different mechanisms.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95300" y="2095500"/>
          <a:ext xmlns:a="http://schemas.openxmlformats.org/drawingml/2006/main" cx="112014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3982"/>
                <a:gridCol w="1647265"/>
                <a:gridCol w="1647265"/>
                <a:gridCol w="4282888"/>
              </a:tblGrid>
              <a:tr h="6413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Measured signature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Full ASK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0.9222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0.9399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Invalid commit 0.0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− abstain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0.5556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0.4278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Invalid commit → 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− provenance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0.7428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Invalid commit → 0.606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− typing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0.7889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0.5680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KEEP F1 → 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− lineage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0.9222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Lineage 0.8556 → 0.3689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488FB-244B-4060-9A71-4B7A0980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MGP-6 v2 canonical reports; n=180 unless stated</a:t>
            </a:r>
          </a:p>
        </p:txBody>
      </p:sp>
    </p:spTree>
    <p:extLst>
      <p:ext uri="{BB962C8B-B14F-4D97-AF65-F5344CB8AC3E}">
        <p14:creationId xmlns:p14="http://schemas.microsoft.com/office/powerpoint/2010/main" val="1798570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BADA47-6CE0-4F11-AB66-B883BD7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5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External-system scores depend strongly on how NOOP is mapped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F6997-0B5E-40E0-BDCC-A51591C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700087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deb4ea7e7a4e5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EA8B0-0FE9-48C3-BF5F-6BF89355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00200"/>
            <a:ext cx="3838575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C949A-31A9-49B1-BDE6-D266BB51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62150"/>
            <a:ext cx="3267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Mapping-specific bounds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C776E-FADF-4B2A-9A51-52B2B535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32670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These adapters do not expose ASK’s native action semantics. Report both mappings; do not read the favourable mapping as a capability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MemOS 0.144 is diagnostic_only because supersession is unobservable.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7DADF-5AE6-499E-B665-B0B1099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MGP-6 v2 canonical reports; n=180 unless stated</a:t>
            </a:r>
          </a:p>
        </p:txBody>
      </p:sp>
    </p:spTree>
    <p:extLst>
      <p:ext uri="{BB962C8B-B14F-4D97-AF65-F5344CB8AC3E}">
        <p14:creationId xmlns:p14="http://schemas.microsoft.com/office/powerpoint/2010/main" val="20086506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D2391-E06B-4FA2-82AE-68D350FF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Annotation evidence is strong but comes from one independent annotator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25C17-8C8D-42F6-B280-7D8B5C1D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CE2AF-3FB0-45B3-AFD8-7240ADF0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Held-out test split only; raw labels are withheld from public release pending redistribution consent.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DB87F-CC52-4EB2-ACB0-B7EA6722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DDD61-E837-4F7B-8D39-5FC097D4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89/90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F445E-48FE-42C9-838A-232840A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independent action-label agreement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57100-286D-4999-965C-A8982E45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BDF59-4197-459B-A606-A66DFDBC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κ=0.981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25B86-1E34-45A8-99A9-77110663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Cohen’s kappa; 95% interval 0.940–1.0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4610-965C-4F9E-80A5-A83C321F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68A9D-A1C4-452E-8BDB-9695BBBA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 LLMs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3C75A-3BBD-406D-A86E-5FCCF5FD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 audit panel; Fleiss κ 0.9815—not human IAA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18EF0-238F-4BF8-9FEA-08C290E8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human_annotation_agreement_summary.json; LLM panel audit</a:t>
            </a:r>
          </a:p>
        </p:txBody>
      </p:sp>
    </p:spTree>
    <p:extLst>
      <p:ext uri="{BB962C8B-B14F-4D97-AF65-F5344CB8AC3E}">
        <p14:creationId xmlns:p14="http://schemas.microsoft.com/office/powerpoint/2010/main" val="4445460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5A501-2DCD-4296-A9F8-4D137A3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LongMemEval has no final result—and the 77.2% construction is rejected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7C24C-3ED9-4239-A268-81CB951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0A01F-01CB-41D6-94E3-28E6B2CC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clean homogeneous final-1.1 run is externally_pending after HTTP 403 before inference.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96833-7AF5-4246-B3E3-15854AAB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9ACB7-B371-4F4A-958F-5A45A772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96/154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09074-601E-4FAA-B788-3B2C9D9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 correct across observed replay + top-up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5630C-11C6-472A-B1C5-B5C32D27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717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AA714-8CC6-4930-AB8B-A700CDB9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19375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53.3–67.8%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F9FE0-A58F-4FA6-BA9F-014A31F3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52825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full-180 raw worst/best-case bounds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89311-0B4E-4E79-BAE7-AFBF86CF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1BB0E-CB4B-409B-8C12-09931010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19375"/>
            <a:ext cx="302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55.6–70.0%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BD2BB-3193-4307-A0C5-C43FBBB2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52825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bounds if four Codex/GPT-5 overrides are retained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67B18-81BB-4D3C-B8F4-283C432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8458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0A036-7E99-4E0F-AB9F-D442C8B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10150"/>
            <a:ext cx="784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The historical 139/180 = 77.2% merge replayed only prior failures, carried prior successes forward, and is failure_replay_only—not a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CA980-3327-4ADF-8064-5DF0DB75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docs/audit/SCIENTIFIC_SOURCE_OF_TRUTH.md; controller_run_comparison.json</a:t>
            </a:r>
          </a:p>
        </p:txBody>
      </p:sp>
    </p:spTree>
    <p:extLst>
      <p:ext uri="{BB962C8B-B14F-4D97-AF65-F5344CB8AC3E}">
        <p14:creationId xmlns:p14="http://schemas.microsoft.com/office/powerpoint/2010/main" val="17223685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5C276-0442-497D-93E7-FCE1E2D6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Single-session preference remains the hardest downstream competency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5D567-F7BE-4EFD-BD60-1A3E99BC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34A54-7AEB-4937-980E-77E68920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failure replay changed prompts, so its 0/19 repair count cannot isolate the answer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00895-287B-4CB4-907D-54F731E8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3C6EA-3FE0-4FB1-9EF1-2BD344D7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8/29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E8BC2-E272-4BBB-B390-28CC33F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observed correct across resolved SSP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73A7A-2551-4468-9378-1B74764E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82B19-00FB-476C-AA55-DDD62E00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≤9/30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4FF10-F370-432C-B638-A71528D2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most favorable full-competency 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AC39A-CD16-4277-BCB0-0F4073A8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FF6FF-F044-44A5-9B62-D22BE669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12/19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9953F-E6C7-4E8C-9083-B0A6E43E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failure cases localized to retrieval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C994E-33FD-42CC-AB2B-4765C35E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artifacts/single_session_preference_error_taxonomy.json; ledger v1.1</a:t>
            </a:r>
          </a:p>
        </p:txBody>
      </p:sp>
    </p:spTree>
    <p:extLst>
      <p:ext uri="{BB962C8B-B14F-4D97-AF65-F5344CB8AC3E}">
        <p14:creationId xmlns:p14="http://schemas.microsoft.com/office/powerpoint/2010/main" val="1397034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060C8-9118-4AF1-8CB0-81CBE426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0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error analysis separates safety failures from coverage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6DDAD-77C9-4EE7-BF27-8DEC515B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AF571-5E48-4630-80F0-6AEBAB99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88E4B-2D82-4D3A-B51B-2BC85D8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Conservative supersession recall: every residual error abstains instead of overwriting.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FB053-D966-4455-8FB4-59AEC37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Zero-shot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5A460-4716-4CA9-A17F-39F4E82E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Invalid commits on 60.6% of gold-ABSTAIN items.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98408-65C5-450D-A1D2-A3C8F988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No-lineage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1E8A0-FC03-476E-AA66-DA0815C5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Decision accuracy is unchanged while auditability degrades sharply.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28681-2906-4349-B9EC-4E6A017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LongMemEval SSP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B587B-4E6A-43F2-B672-CA5B9D7B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Failures localize downstream to ranking, context construction, attribution, and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42880-7D11-4F03-853D-F2A55AB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Ref: ERROR_TAXONOMY.md · SSP taxonomy</a:t>
            </a:r>
          </a:p>
        </p:txBody>
      </p:sp>
    </p:spTree>
    <p:extLst>
      <p:ext uri="{BB962C8B-B14F-4D97-AF65-F5344CB8AC3E}">
        <p14:creationId xmlns:p14="http://schemas.microsoft.com/office/powerpoint/2010/main" val="5853935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48B79-F4BC-4748-96CE-9B3303FD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conclusions are deliberately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0C508-0735-4671-AD80-CDCE420B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C2E15-0A61-4089-A370-A7B5154C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Synthetic 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69995-F870-4D62-93C6-D4322C8E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MGP-6 is author-designed, small, and not a representative population sample.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3A0AE-3755-43E9-8E48-64233BD4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84440-3281-470C-8AE4-8C531CCC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One independent annotator; identity and independence rest on author attestation.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288DE-4999-4961-9754-496A0AF9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Adapter validity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A630A-9032-4DCB-AB51-8029BBB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External comparisons are harness- and mapping-dependent upper bounds.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C4F99-A5C0-4D44-BEC4-16F7BC32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Downstream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70A11-5AE9-4B30-8A60-371D82F4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No clean final LongMemEval comparison; bespoke safety metrics need external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04F19-79E3-4772-AB9F-AD70351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reports/THREATS_TO_VALIDITY.md; docs/limitations.md</a:t>
            </a:r>
          </a:p>
        </p:txBody>
      </p:sp>
    </p:spTree>
    <p:extLst>
      <p:ext uri="{BB962C8B-B14F-4D97-AF65-F5344CB8AC3E}">
        <p14:creationId xmlns:p14="http://schemas.microsoft.com/office/powerpoint/2010/main" val="10810787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412FB5-6989-453A-BE20-C272EA41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120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C0940-549A-4494-959D-0F158B2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Govern the write; then evaluate the state and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84FF7-6B7C-41FA-B4F9-A8353E7F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87451-AE8D-4B0E-9243-E815004A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fixed KEEP / SUPERSEDE / ABSTAIN boundary makes memory transitions explicit and auditable.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CC2CC-054F-429F-A440-9F1E53A6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290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4F06-4980-4AEB-8CBF-56DD0338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481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MGP-6 shows distinct safety and lineage signatures that answer accuracy alone would hide.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08F6E-0206-4528-8957-5C9C4A12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140DE-6C4A-46BF-81C3-FA22034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481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downstream evidence remains incomplete; the clean homogeneous run is the next external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098D9-37D4-4396-967D-7F53434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Questions — backup slides follow</a:t>
            </a:r>
          </a:p>
        </p:txBody>
      </p:sp>
    </p:spTree>
    <p:extLst>
      <p:ext uri="{BB962C8B-B14F-4D97-AF65-F5344CB8AC3E}">
        <p14:creationId xmlns:p14="http://schemas.microsoft.com/office/powerpoint/2010/main" val="5910232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DD96B-DF16-440D-B203-5BCDDB35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formal decision and failure definitions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42830-36CB-4A05-9060-D885FB4D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9648B-13BA-468A-ADC8-09D7680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7239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E0F7A-B774-4DB3-9AF2-860196F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666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d_t = π(c_t, r_t, M_t) ∈ {KEEP, SUPERSEDE, ABSTAIN}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Invalid commit = Pr(ŷ ∈ {K,S} | y=A)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Missed supersession = Pr(ŷ ≠ S | y=S)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Lineage integrity = valid links / expected links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99A30-2F5B-47FE-8D8B-DAF43F86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00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DE9F7-BCD7-4772-A065-4156D09D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Commit 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6832B-10D5-4892-AE36-7B559DF4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ABSTAIN is the gold action whenever evidence must not mutate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8FBB6-8A68-482F-B800-29A82091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600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56BA2-6659-4656-8507-0AD8F22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 correctness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59304-3557-419B-8466-9CD4D528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correct label is insufficient if the transition or lineage is malformed.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3BD0B-33D2-4969-92E3-8A60629C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thesis Appendix C; FINAL_METRIC_DEFINITIONS.md</a:t>
            </a:r>
          </a:p>
        </p:txBody>
      </p:sp>
    </p:spTree>
    <p:extLst>
      <p:ext uri="{BB962C8B-B14F-4D97-AF65-F5344CB8AC3E}">
        <p14:creationId xmlns:p14="http://schemas.microsoft.com/office/powerpoint/2010/main" val="14152433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43295-831A-401F-AAC9-EFF1ADF5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26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baseline mechanisms and what each can express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AA41E-BEE4-41BC-87F3-20D6195F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95300" y="1543050"/>
          <a:ext xmlns:a="http://schemas.openxmlformats.org/drawingml/2006/main" cx="11201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2609"/>
                <a:gridCol w="4652889"/>
                <a:gridCol w="2067951"/>
                <a:gridCol w="2067951"/>
              </a:tblGrid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Abstain?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Lineage?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persistent memory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Flat vector 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B3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Recency pruning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Naive overwrite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Rule ASK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Five-feature governed policy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LLM 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Qwen decision in same scaffold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24388-DCA5-4D13-8276-9108E227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thesis §5.3; benchmark adapters</a:t>
            </a:r>
          </a:p>
        </p:txBody>
      </p:sp>
    </p:spTree>
    <p:extLst>
      <p:ext uri="{BB962C8B-B14F-4D97-AF65-F5344CB8AC3E}">
        <p14:creationId xmlns:p14="http://schemas.microsoft.com/office/powerpoint/2010/main" val="8222547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6601E0-652E-4D20-99B5-3469284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statistical tests and inferential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109A4-2AF5-4B5B-BDC2-8FEE80D2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95300" y="1543050"/>
          <a:ext xmlns:a="http://schemas.openxmlformats.org/drawingml/2006/main" cx="11201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5257"/>
                <a:gridCol w="2173406"/>
                <a:gridCol w="2173406"/>
                <a:gridCol w="3009331"/>
              </a:tblGrid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Contrast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Risk diff.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Holm p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Rule vs zero-shot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+0.2222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1.6×10⁻⁵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Supported improvement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Rule vs LLM 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+0.0333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0.286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Not significant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Rule vs B4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+0.5000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Diagnostic contrast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LongMemEval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test: no clean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10E50-6BAD-424D-89DC-694E965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reports/STATISTICAL_ANALYSIS.md; paired n=180</a:t>
            </a:r>
          </a:p>
        </p:txBody>
      </p:sp>
    </p:spTree>
    <p:extLst>
      <p:ext uri="{BB962C8B-B14F-4D97-AF65-F5344CB8AC3E}">
        <p14:creationId xmlns:p14="http://schemas.microsoft.com/office/powerpoint/2010/main" val="19474304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106A49-A79C-4EE1-9F8C-EE03913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79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annotation agreement and the single boundary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337EB-6AB4-4282-8395-9EC2B83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02323-8D13-4257-9C25-94A6255F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11201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one disagreement is an implicit-conflict item: gold SUPERSEDE, independent annotator ABSTAIN.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D5483-2CB2-44A1-A698-0B66F3EF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36FEF-F578-42E3-9E2B-AEC52168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0.9889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76A3E-883B-49EC-85C8-6837557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 agreement on 90 held-out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1014E-BCD0-42C7-B280-DD8E890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068F7-0099-4E44-8949-D02685E2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0.9815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FE25E-7C30-4643-AB68-B46CAD3E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four-LLM Fleiss kappa; separate model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8D1CE-8A7E-4959-B5E8-1FA47E8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56F2-AD38-46F0-B736-0E7387E4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±1.1%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DFDB4-A164-4DD6-B201-07BC5E4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243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test-split sensitivity of one disputed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E90CD-E67B-4ECF-987F-991551FB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annotation audit package and thesis Appendix D</a:t>
            </a:r>
          </a:p>
        </p:txBody>
      </p:sp>
    </p:spTree>
    <p:extLst>
      <p:ext uri="{BB962C8B-B14F-4D97-AF65-F5344CB8AC3E}">
        <p14:creationId xmlns:p14="http://schemas.microsoft.com/office/powerpoint/2010/main" val="5254903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C055ED-8BBE-4190-AB15-BF38C72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4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leakage controls and researcher degrees of freedom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0F2FB-CCBD-4845-B030-CEC5A5D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C37CD-8D1E-4A15-9CAC-433A7354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Fixed identifiers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F3CD3-862A-4FED-8C5F-9397D7ED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Predictions align by stable scenario/session ID; duplicates and coverage are verified.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E1835-1F17-4E91-AC04-1F97FEE4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Split disclosure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D5037-FCC8-4E24-A078-BF77FD78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Full-180 MGP results include train and development; held-out test-90 is reported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AABE7-B31B-424B-9CD7-D9FC8EB7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41FAB-EA87-4BDF-A3DA-1BC8640F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Replay-only, incomplete, invalid, and diagnostic runs cannot enter final main tables.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C1CEE-4515-40E4-893A-07F6936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Post-hoc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2F8E7-72F4-461E-9B9A-F6501DE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Overrides, selected-failure replay, model changes, and top-ups are recorded—not blended silently.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A260E-7266-4B19-A63F-EC9CD3DC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docs/audit/DATA_LEAKAGE_AND_RESEARCHER_DOF.md</a:t>
            </a:r>
          </a:p>
        </p:txBody>
      </p:sp>
    </p:spTree>
    <p:extLst>
      <p:ext uri="{BB962C8B-B14F-4D97-AF65-F5344CB8AC3E}">
        <p14:creationId xmlns:p14="http://schemas.microsoft.com/office/powerpoint/2010/main" val="6654470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9A286-A14D-4459-923E-5B280D7A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81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why the LongMemEval evidence is diagnostic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9B258-FD2F-47D9-8F49-CF5D0D83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EFF82-C329-460A-AAFA-70998093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85CD8-0658-423C-80B4-EF94A26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1DB22-C15A-453D-9851-DBC8BEDE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0A1B7-6FAF-4670-9D6E-CDE6A14A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Contaminated 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D0657-F1DD-4925-8718-6B3CE85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316 HTTP-402 traces; 388 empty fallbacks; no-op escalation.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158E4-D2FA-4324-A4D2-65F6C6A2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435D8-461E-4389-B667-F73D5CD0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28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5BD78-2944-410E-A96E-39C7CAB0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814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Selected 70 failures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870E3-9CEB-4179-940A-34D9BCE1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25/70 correct under changed prompts and judge regime.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D75C8-5BFA-417C-BA85-7CDFD7C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1B20A-1F54-47F8-AE2C-0385190B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28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Top-up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E4EA4-4484-437C-992F-DA99D89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Complementary 110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0C0B3-0FE9-469B-A8C7-D26C9DD3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84 completed; 71 correct and 13 regressions.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BA276-039E-41EF-8B94-06B29D7C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docs/audit/SCIENTIFIC_SOURCE_OF_TRUTH.md; controller_run_comparison.json</a:t>
            </a:r>
          </a:p>
        </p:txBody>
      </p:sp>
    </p:spTree>
    <p:extLst>
      <p:ext uri="{BB962C8B-B14F-4D97-AF65-F5344CB8AC3E}">
        <p14:creationId xmlns:p14="http://schemas.microsoft.com/office/powerpoint/2010/main" val="581889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B4C1FF-A9B7-49BD-B2A9-10356115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external action mappings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529AE-9BA6-4D07-B163-1DB1141A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95300" y="1543050"/>
          <a:ext xmlns:a="http://schemas.openxmlformats.org/drawingml/2006/main" cx="11201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0280"/>
                <a:gridCol w="2720340"/>
                <a:gridCol w="2720340"/>
                <a:gridCol w="3520440"/>
              </a:tblGrid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Adapter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NOOP→ABSTAIN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NOOP→KEEP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Structural caveat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Letta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0.678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0.489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native ASK abstain semantics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Mem0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0.622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NOOP means no update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Graphiti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0.383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0.139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Graph invalidation ≠ gold action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MemOS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0.144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Supersession unobservable; bound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14C5E-836B-4ED8-BE1A-65FA5C9B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external-system reports; ledger v1.1</a:t>
            </a:r>
          </a:p>
        </p:txBody>
      </p:sp>
    </p:spTree>
    <p:extLst>
      <p:ext uri="{BB962C8B-B14F-4D97-AF65-F5344CB8AC3E}">
        <p14:creationId xmlns:p14="http://schemas.microsoft.com/office/powerpoint/2010/main" val="11250165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52E980-38F0-44D4-ABFC-3AAA4888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03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nearest conceptual neighbors narrow the novelty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21DEC-6102-4B19-81F6-5A7ED861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95300" y="1543050"/>
          <a:ext xmlns:a="http://schemas.openxmlformats.org/drawingml/2006/main" cx="11201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0280"/>
                <a:gridCol w="4135902"/>
                <a:gridCol w="4825218"/>
              </a:tblGrid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Neighbor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Shared idea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Difference from evaluated ASK combination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TOKI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Await-confirmation; audit rows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Formal database contract; no LLM policy evaluation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Memory-R1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Discrete write actions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Opaque RL policy; answer-level reward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MemGuard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Typed memories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three-action conflict policy or lineage test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State resolution; premise resistance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Read-side benchmark, not write transitions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Graphiti/Zep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Temporal invalidation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Invalidation not scored as governed action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E1417-513C-49AC-99F0-A783154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reports/NEAREST_NEIGHBOR_ANALYSIS.md; NOVELTY_MATRIX.csv</a:t>
            </a:r>
          </a:p>
        </p:txBody>
      </p:sp>
    </p:spTree>
    <p:extLst>
      <p:ext uri="{BB962C8B-B14F-4D97-AF65-F5344CB8AC3E}">
        <p14:creationId xmlns:p14="http://schemas.microsoft.com/office/powerpoint/2010/main" val="3305788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B23805-0DB1-44EE-8FCD-53DD748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ethical and deployment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02373-A881-44DD-A52C-36934DAD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D65BB-1A5A-4F1B-AE75-7C34557F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Revision abuse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752D1-BDCF-4978-9827-2A273511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Supersession can be used to rewrite records or manufacture provenance.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0418D-032F-4705-8DA5-8B98FEB8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66875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Retention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F3A79-14AC-4443-816D-F43B8D5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Preserved history increases privacy, extraction, and membership-inference exposure.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B5CAF-CCE5-4E8F-9FEC-EF949C2F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Automation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90DED-41EE-4A35-BAEB-ABBAF7EC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Research results do not justify unrestricted autonomous memory mutation.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DF90A-85FB-4245-8DA2-FB686A37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Mitigations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9B7B2-C395-44D6-BDB4-3D0EF877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76750"/>
            <a:ext cx="546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Append-only lineage, access control, dual control, review routing, and retention policy.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4F608-0967-4258-8134-E57A85C1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thesis §9; NIST AI RMF discussion</a:t>
            </a:r>
          </a:p>
        </p:txBody>
      </p:sp>
    </p:spTree>
    <p:extLst>
      <p:ext uri="{BB962C8B-B14F-4D97-AF65-F5344CB8AC3E}">
        <p14:creationId xmlns:p14="http://schemas.microsoft.com/office/powerpoint/2010/main" val="18985923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4EA373-B19B-4699-8EE7-DBAB21D0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additional complete MGP-6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BF750-D67C-46A9-9A05-BE8F36BB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95300" y="1543050"/>
          <a:ext xmlns:a="http://schemas.openxmlformats.org/drawingml/2006/main" cx="11201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22321"/>
                <a:gridCol w="1687882"/>
                <a:gridCol w="1687882"/>
                <a:gridCol w="2301658"/>
                <a:gridCol w="2301658"/>
              </a:tblGrid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Invalid commit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Premise resistance</a:t>
                      </a:r>
                    </a:p>
                  </a:txBody>
                  <a:tcPr marL="91440" marR="91440" marT="45720" marB="45720">
                    <a:solidFill>
                      <a:srgbClr val="DCEBFA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Rule ASK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0.9222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0.9399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LLM 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0.8889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0.8913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0.0758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0.0889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Zero-shot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0.7000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0.6657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0.6061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B4 overwrite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0.4222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0.2203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Few-shot 6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0.7833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0.7692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incomplete 174/180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0B352-F3CC-4C7A-A128-125A2EC5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MGP-6 v2 canonical reports; n=180 unless stated</a:t>
            </a:r>
          </a:p>
        </p:txBody>
      </p:sp>
    </p:spTree>
    <p:extLst>
      <p:ext uri="{BB962C8B-B14F-4D97-AF65-F5344CB8AC3E}">
        <p14:creationId xmlns:p14="http://schemas.microsoft.com/office/powerpoint/2010/main" val="16216913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34304-1B74-42AF-B128-14B0C7E3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6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— architecture and code ownership follow the evaluation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BF214-835D-400B-A94E-86D3726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00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9296A-6FFB-49BE-8E9D-17123B2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59F04-2BE4-4329-BDE9-15DE96CE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/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66244-6762-45EE-981F-9769AE83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EDA77-D922-44AB-9696-80189059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8FE3A-8AE8-4010-AAE6-25C873CB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DD3ED-E4BD-4230-BF77-984F01F3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9C817-7928-405A-9293-A5A4A555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05F13-DE4A-4B24-924F-ED7486D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F4191-3CA5-48F6-9DEC-4D4D6FF9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427DD-4A37-4B7E-8BCA-A33E1519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133F0-26F9-4254-B63F-23927A17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memory store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41D9B-B1B7-4AF3-82ED-2BA8432B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B413F-A5B7-4D48-BDCC-EAADF393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5E453-05E3-4048-8E56-5307E862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4C48A-531F-4E10-80A2-D65491D8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A0010-5C06-4D78-976D-359E4B1A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574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CE7CE-B4D6-410B-980C-951A73FD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289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5A763-CBD2-43BF-BB0F-B8509290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3B3A7-E63B-4FB8-9916-15DF8B75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681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Tests cover invariants, recovery, merge, provenance verification, and deterministic MGP scoring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16778-EA18-4BC9-B911-A4A07EA1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1019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Source: src/ask; scripts/evaluation; tests; docs/audit/BEHAVIOR_TO_CODE_TRACEABILITY.md</a:t>
            </a:r>
          </a:p>
        </p:txBody>
      </p:sp>
    </p:spTree>
    <p:extLst>
      <p:ext uri="{BB962C8B-B14F-4D97-AF65-F5344CB8AC3E}">
        <p14:creationId xmlns:p14="http://schemas.microsoft.com/office/powerpoint/2010/main" val="557886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2026-07-13T09:35:27.1250000Z</dcterms:created>
  <dcterms:modified xsi:type="dcterms:W3CDTF">2026-07-13T09:35:27.1250000Z</dcterms:modified>
</coreProperties>
</file>